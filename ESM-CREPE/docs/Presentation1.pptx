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5"/>
    <p:restoredTop sz="95909"/>
  </p:normalViewPr>
  <p:slideViewPr>
    <p:cSldViewPr snapToGrid="0">
      <p:cViewPr>
        <p:scale>
          <a:sx n="81" d="100"/>
          <a:sy n="81" d="100"/>
        </p:scale>
        <p:origin x="6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1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2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64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5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4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01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1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06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8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36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40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11659-7E83-A041-8CD2-2EC8F13CF0D1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DF8A6-4218-8943-BE71-BCB97E5382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0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1287B1A-66AF-0A77-DACE-7B1A5688BBAA}"/>
              </a:ext>
            </a:extLst>
          </p:cNvPr>
          <p:cNvGrpSpPr/>
          <p:nvPr/>
        </p:nvGrpSpPr>
        <p:grpSpPr>
          <a:xfrm>
            <a:off x="355735" y="107043"/>
            <a:ext cx="5729753" cy="9691914"/>
            <a:chOff x="355735" y="107043"/>
            <a:chExt cx="5729753" cy="9691914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D191E05-8A84-1C58-0454-F8C4E088FF0D}"/>
                </a:ext>
              </a:extLst>
            </p:cNvPr>
            <p:cNvSpPr/>
            <p:nvPr/>
          </p:nvSpPr>
          <p:spPr>
            <a:xfrm>
              <a:off x="355735" y="107043"/>
              <a:ext cx="5729753" cy="96919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52E897E-023E-A8D7-0EDD-282D8808620A}"/>
                </a:ext>
              </a:extLst>
            </p:cNvPr>
            <p:cNvGrpSpPr/>
            <p:nvPr/>
          </p:nvGrpSpPr>
          <p:grpSpPr>
            <a:xfrm>
              <a:off x="355735" y="107043"/>
              <a:ext cx="5729753" cy="9691914"/>
              <a:chOff x="1250558" y="19081456"/>
              <a:chExt cx="12861674" cy="21755608"/>
            </a:xfrm>
          </p:grpSpPr>
          <p:sp>
            <p:nvSpPr>
              <p:cNvPr id="49" name="Data 48">
                <a:extLst>
                  <a:ext uri="{FF2B5EF4-FFF2-40B4-BE49-F238E27FC236}">
                    <a16:creationId xmlns:a16="http://schemas.microsoft.com/office/drawing/2014/main" id="{FC5A6231-F827-3F74-9C05-36C51791223E}"/>
                  </a:ext>
                </a:extLst>
              </p:cNvPr>
              <p:cNvSpPr/>
              <p:nvPr/>
            </p:nvSpPr>
            <p:spPr>
              <a:xfrm>
                <a:off x="7015193" y="19081456"/>
                <a:ext cx="5815294" cy="2376000"/>
              </a:xfrm>
              <a:prstGeom prst="flowChartInputOutput">
                <a:avLst/>
              </a:prstGeom>
              <a:solidFill>
                <a:srgbClr val="DEEFF4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Data:</a:t>
                </a:r>
              </a:p>
              <a:p>
                <a:pPr algn="ctr"/>
                <a:r>
                  <a:rPr lang="en-US" sz="10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Soil fine mass</a:t>
                </a:r>
              </a:p>
              <a:p>
                <a:pPr algn="ctr"/>
                <a:r>
                  <a:rPr lang="en-US" sz="10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SOC content</a:t>
                </a:r>
              </a:p>
              <a:p>
                <a:pPr algn="ctr"/>
                <a:r>
                  <a:rPr lang="en-US" sz="10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thickness</a:t>
                </a:r>
              </a:p>
              <a:p>
                <a:pPr algn="ctr"/>
                <a:r>
                  <a:rPr lang="en-US" sz="10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volume</a:t>
                </a:r>
              </a:p>
              <a:p>
                <a:pPr algn="ctr"/>
                <a:r>
                  <a:rPr lang="en-US" sz="10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SOM content (optional)</a:t>
                </a:r>
              </a:p>
            </p:txBody>
          </p:sp>
          <p:sp>
            <p:nvSpPr>
              <p:cNvPr id="50" name="Process 49">
                <a:extLst>
                  <a:ext uri="{FF2B5EF4-FFF2-40B4-BE49-F238E27FC236}">
                    <a16:creationId xmlns:a16="http://schemas.microsoft.com/office/drawing/2014/main" id="{2347B4CF-D2A7-91A8-1EAE-B0C6FBBAFBEF}"/>
                  </a:ext>
                </a:extLst>
              </p:cNvPr>
              <p:cNvSpPr/>
              <p:nvPr/>
            </p:nvSpPr>
            <p:spPr>
              <a:xfrm>
                <a:off x="8158573" y="24094978"/>
                <a:ext cx="3528535" cy="864000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Standard means, errors and covariances</a:t>
                </a:r>
              </a:p>
            </p:txBody>
          </p:sp>
          <p:sp>
            <p:nvSpPr>
              <p:cNvPr id="51" name="Process 50">
                <a:extLst>
                  <a:ext uri="{FF2B5EF4-FFF2-40B4-BE49-F238E27FC236}">
                    <a16:creationId xmlns:a16="http://schemas.microsoft.com/office/drawing/2014/main" id="{063116E1-63C8-94E1-5181-7EBD4841123E}"/>
                  </a:ext>
                </a:extLst>
              </p:cNvPr>
              <p:cNvSpPr/>
              <p:nvPr/>
            </p:nvSpPr>
            <p:spPr>
              <a:xfrm>
                <a:off x="6768999" y="25665739"/>
                <a:ext cx="2779148" cy="1224000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 FD SOC stocks per sample increment</a:t>
                </a:r>
              </a:p>
            </p:txBody>
          </p:sp>
          <p:sp>
            <p:nvSpPr>
              <p:cNvPr id="52" name="Process 51">
                <a:extLst>
                  <a:ext uri="{FF2B5EF4-FFF2-40B4-BE49-F238E27FC236}">
                    <a16:creationId xmlns:a16="http://schemas.microsoft.com/office/drawing/2014/main" id="{A0976CD0-A7B9-F97B-EF21-5427C882FC46}"/>
                  </a:ext>
                </a:extLst>
              </p:cNvPr>
              <p:cNvSpPr/>
              <p:nvPr/>
            </p:nvSpPr>
            <p:spPr>
              <a:xfrm>
                <a:off x="10152237" y="25665739"/>
                <a:ext cx="3147122" cy="1224000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 soil mineral masses per sample increment</a:t>
                </a:r>
              </a:p>
            </p:txBody>
          </p:sp>
          <p:sp>
            <p:nvSpPr>
              <p:cNvPr id="53" name="Process 52">
                <a:extLst>
                  <a:ext uri="{FF2B5EF4-FFF2-40B4-BE49-F238E27FC236}">
                    <a16:creationId xmlns:a16="http://schemas.microsoft.com/office/drawing/2014/main" id="{5294ADA7-F893-AB20-F68B-B91B1F269185}"/>
                  </a:ext>
                </a:extLst>
              </p:cNvPr>
              <p:cNvSpPr/>
              <p:nvPr/>
            </p:nvSpPr>
            <p:spPr>
              <a:xfrm>
                <a:off x="7142583" y="27596500"/>
                <a:ext cx="2031981" cy="1224000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 cumulative SOC stocks</a:t>
                </a:r>
              </a:p>
            </p:txBody>
          </p:sp>
          <p:sp>
            <p:nvSpPr>
              <p:cNvPr id="54" name="Process 53">
                <a:extLst>
                  <a:ext uri="{FF2B5EF4-FFF2-40B4-BE49-F238E27FC236}">
                    <a16:creationId xmlns:a16="http://schemas.microsoft.com/office/drawing/2014/main" id="{6F67FC46-3DC4-9DC4-7547-37E00D140F80}"/>
                  </a:ext>
                </a:extLst>
              </p:cNvPr>
              <p:cNvSpPr/>
              <p:nvPr/>
            </p:nvSpPr>
            <p:spPr>
              <a:xfrm>
                <a:off x="10405571" y="27596500"/>
                <a:ext cx="2640456" cy="1224000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 cumulative soil mineral masses</a:t>
                </a:r>
              </a:p>
            </p:txBody>
          </p:sp>
          <p:sp>
            <p:nvSpPr>
              <p:cNvPr id="55" name="Process 54">
                <a:extLst>
                  <a:ext uri="{FF2B5EF4-FFF2-40B4-BE49-F238E27FC236}">
                    <a16:creationId xmlns:a16="http://schemas.microsoft.com/office/drawing/2014/main" id="{3578C437-FD66-EB3E-6CC2-985328982F68}"/>
                  </a:ext>
                </a:extLst>
              </p:cNvPr>
              <p:cNvSpPr/>
              <p:nvPr/>
            </p:nvSpPr>
            <p:spPr>
              <a:xfrm>
                <a:off x="8423069" y="29527261"/>
                <a:ext cx="2999542" cy="864000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 regression function</a:t>
                </a:r>
              </a:p>
            </p:txBody>
          </p:sp>
          <p:sp>
            <p:nvSpPr>
              <p:cNvPr id="56" name="Process 55">
                <a:extLst>
                  <a:ext uri="{FF2B5EF4-FFF2-40B4-BE49-F238E27FC236}">
                    <a16:creationId xmlns:a16="http://schemas.microsoft.com/office/drawing/2014/main" id="{CF9BE3CD-E2C8-849A-C44D-250597FCA88C}"/>
                  </a:ext>
                </a:extLst>
              </p:cNvPr>
              <p:cNvSpPr/>
              <p:nvPr/>
            </p:nvSpPr>
            <p:spPr>
              <a:xfrm>
                <a:off x="8149170" y="31098023"/>
                <a:ext cx="3547340" cy="1224000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 cumulative ESM-corrected SOC stocks</a:t>
                </a:r>
              </a:p>
            </p:txBody>
          </p:sp>
          <p:sp>
            <p:nvSpPr>
              <p:cNvPr id="57" name="Decision 56">
                <a:extLst>
                  <a:ext uri="{FF2B5EF4-FFF2-40B4-BE49-F238E27FC236}">
                    <a16:creationId xmlns:a16="http://schemas.microsoft.com/office/drawing/2014/main" id="{6E887639-9492-D957-7C73-C6C254FB9DDB}"/>
                  </a:ext>
                </a:extLst>
              </p:cNvPr>
              <p:cNvSpPr/>
              <p:nvPr/>
            </p:nvSpPr>
            <p:spPr>
              <a:xfrm>
                <a:off x="8035197" y="33028783"/>
                <a:ext cx="3775286" cy="1548000"/>
              </a:xfrm>
              <a:prstGeom prst="flowChartDecision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Last treatment site fitted?</a:t>
                </a:r>
              </a:p>
            </p:txBody>
          </p:sp>
          <p:sp>
            <p:nvSpPr>
              <p:cNvPr id="58" name="Data 57">
                <a:extLst>
                  <a:ext uri="{FF2B5EF4-FFF2-40B4-BE49-F238E27FC236}">
                    <a16:creationId xmlns:a16="http://schemas.microsoft.com/office/drawing/2014/main" id="{F7B248DA-3A3B-91DF-BC8C-A7575756FF49}"/>
                  </a:ext>
                </a:extLst>
              </p:cNvPr>
              <p:cNvSpPr/>
              <p:nvPr/>
            </p:nvSpPr>
            <p:spPr>
              <a:xfrm>
                <a:off x="1250560" y="27602253"/>
                <a:ext cx="4917753" cy="1590317"/>
              </a:xfrm>
              <a:prstGeom prst="flowChartInputOutput">
                <a:avLst/>
              </a:prstGeom>
              <a:solidFill>
                <a:srgbClr val="DEEFF4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regression function:</a:t>
                </a:r>
              </a:p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LIN; MCS; CEDF</a:t>
                </a:r>
              </a:p>
            </p:txBody>
          </p:sp>
          <p:sp>
            <p:nvSpPr>
              <p:cNvPr id="59" name="Data 58">
                <a:extLst>
                  <a:ext uri="{FF2B5EF4-FFF2-40B4-BE49-F238E27FC236}">
                    <a16:creationId xmlns:a16="http://schemas.microsoft.com/office/drawing/2014/main" id="{3BBA7E7E-F520-4290-08A3-F9FD6D13A498}"/>
                  </a:ext>
                </a:extLst>
              </p:cNvPr>
              <p:cNvSpPr/>
              <p:nvPr/>
            </p:nvSpPr>
            <p:spPr>
              <a:xfrm>
                <a:off x="1250560" y="25578896"/>
                <a:ext cx="4789270" cy="1224000"/>
              </a:xfrm>
              <a:prstGeom prst="flowChartInputOutput">
                <a:avLst/>
              </a:prstGeom>
              <a:solidFill>
                <a:srgbClr val="DEEFF4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Select SOC and/or SOM content for calculation</a:t>
                </a:r>
              </a:p>
            </p:txBody>
          </p:sp>
          <p:sp>
            <p:nvSpPr>
              <p:cNvPr id="60" name="Decision 59">
                <a:extLst>
                  <a:ext uri="{FF2B5EF4-FFF2-40B4-BE49-F238E27FC236}">
                    <a16:creationId xmlns:a16="http://schemas.microsoft.com/office/drawing/2014/main" id="{630A153B-F880-43C8-26F8-114FE1EDAB93}"/>
                  </a:ext>
                </a:extLst>
              </p:cNvPr>
              <p:cNvSpPr/>
              <p:nvPr/>
            </p:nvSpPr>
            <p:spPr>
              <a:xfrm>
                <a:off x="7406522" y="35283544"/>
                <a:ext cx="5032637" cy="1548000"/>
              </a:xfrm>
              <a:prstGeom prst="flowChartDecision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Calculated with each uncertainty off?</a:t>
                </a:r>
              </a:p>
            </p:txBody>
          </p:sp>
          <p:sp>
            <p:nvSpPr>
              <p:cNvPr id="61" name="Process 60">
                <a:extLst>
                  <a:ext uri="{FF2B5EF4-FFF2-40B4-BE49-F238E27FC236}">
                    <a16:creationId xmlns:a16="http://schemas.microsoft.com/office/drawing/2014/main" id="{09CFC6C6-E995-55D1-FC3D-4FB0EDDB1F3F}"/>
                  </a:ext>
                </a:extLst>
              </p:cNvPr>
              <p:cNvSpPr/>
              <p:nvPr/>
            </p:nvSpPr>
            <p:spPr>
              <a:xfrm>
                <a:off x="8035197" y="37538306"/>
                <a:ext cx="3775286" cy="1727999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 relative effect of uncertainties of FD-based and ESM-corrected SOC stocks</a:t>
                </a:r>
              </a:p>
            </p:txBody>
          </p:sp>
          <p:sp>
            <p:nvSpPr>
              <p:cNvPr id="62" name="Data 61">
                <a:extLst>
                  <a:ext uri="{FF2B5EF4-FFF2-40B4-BE49-F238E27FC236}">
                    <a16:creationId xmlns:a16="http://schemas.microsoft.com/office/drawing/2014/main" id="{9002BADB-8F0D-C6FD-FC85-97869E1FF905}"/>
                  </a:ext>
                </a:extLst>
              </p:cNvPr>
              <p:cNvSpPr/>
              <p:nvPr/>
            </p:nvSpPr>
            <p:spPr>
              <a:xfrm>
                <a:off x="8560655" y="39973064"/>
                <a:ext cx="2724371" cy="864000"/>
              </a:xfrm>
              <a:prstGeom prst="flowChartInputOutpu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Output results</a:t>
                </a:r>
              </a:p>
            </p:txBody>
          </p:sp>
          <p:sp>
            <p:nvSpPr>
              <p:cNvPr id="63" name="Display 62">
                <a:extLst>
                  <a:ext uri="{FF2B5EF4-FFF2-40B4-BE49-F238E27FC236}">
                    <a16:creationId xmlns:a16="http://schemas.microsoft.com/office/drawing/2014/main" id="{2DD18A9A-A434-FCE7-6627-27ACD3EC36B5}"/>
                  </a:ext>
                </a:extLst>
              </p:cNvPr>
              <p:cNvSpPr/>
              <p:nvPr/>
            </p:nvSpPr>
            <p:spPr>
              <a:xfrm>
                <a:off x="12141474" y="39973063"/>
                <a:ext cx="1970758" cy="864001"/>
              </a:xfrm>
              <a:prstGeom prst="flowChartDisplay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Plot results</a:t>
                </a:r>
              </a:p>
            </p:txBody>
          </p:sp>
          <p:sp>
            <p:nvSpPr>
              <p:cNvPr id="64" name="Data 63">
                <a:extLst>
                  <a:ext uri="{FF2B5EF4-FFF2-40B4-BE49-F238E27FC236}">
                    <a16:creationId xmlns:a16="http://schemas.microsoft.com/office/drawing/2014/main" id="{4AEA48F6-4E4A-C794-6CE7-19D7F1CFE115}"/>
                  </a:ext>
                </a:extLst>
              </p:cNvPr>
              <p:cNvSpPr/>
              <p:nvPr/>
            </p:nvSpPr>
            <p:spPr>
              <a:xfrm>
                <a:off x="1296559" y="21457456"/>
                <a:ext cx="3225216" cy="864001"/>
              </a:xfrm>
              <a:prstGeom prst="flowChartInputOutput">
                <a:avLst/>
              </a:prstGeom>
              <a:solidFill>
                <a:srgbClr val="DEEFF4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Define control site</a:t>
                </a:r>
              </a:p>
            </p:txBody>
          </p:sp>
          <p:sp>
            <p:nvSpPr>
              <p:cNvPr id="65" name="Process 64">
                <a:extLst>
                  <a:ext uri="{FF2B5EF4-FFF2-40B4-BE49-F238E27FC236}">
                    <a16:creationId xmlns:a16="http://schemas.microsoft.com/office/drawing/2014/main" id="{715F20AF-8C3F-1E10-BB15-99A2AA45A473}"/>
                  </a:ext>
                </a:extLst>
              </p:cNvPr>
              <p:cNvSpPr/>
              <p:nvPr/>
            </p:nvSpPr>
            <p:spPr>
              <a:xfrm>
                <a:off x="7793600" y="22164217"/>
                <a:ext cx="4258482" cy="1224000"/>
              </a:xfrm>
              <a:prstGeom prst="flowChartProcess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Quantify van </a:t>
                </a:r>
                <a:r>
                  <a:rPr lang="en-US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Bemmelen</a:t>
                </a: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factor (simple linear regression / conventional)</a:t>
                </a:r>
                <a:endParaRPr lang="en-US" sz="10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Data 65">
                <a:extLst>
                  <a:ext uri="{FF2B5EF4-FFF2-40B4-BE49-F238E27FC236}">
                    <a16:creationId xmlns:a16="http://schemas.microsoft.com/office/drawing/2014/main" id="{693B8AD3-3A30-2166-FA51-42C64BD43C40}"/>
                  </a:ext>
                </a:extLst>
              </p:cNvPr>
              <p:cNvSpPr/>
              <p:nvPr/>
            </p:nvSpPr>
            <p:spPr>
              <a:xfrm>
                <a:off x="1250558" y="22816455"/>
                <a:ext cx="2995685" cy="1224000"/>
              </a:xfrm>
              <a:prstGeom prst="flowChartInputOutput">
                <a:avLst/>
              </a:prstGeom>
              <a:solidFill>
                <a:srgbClr val="DEEFF4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Define van </a:t>
                </a:r>
                <a:r>
                  <a:rPr lang="en-US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Bemmelen</a:t>
                </a:r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factor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F9EFFEAF-4F3C-2A56-EDF1-C2EEB876EFD5}"/>
                  </a:ext>
                </a:extLst>
              </p:cNvPr>
              <p:cNvCxnSpPr>
                <a:cxnSpLocks/>
                <a:stCxn id="49" idx="4"/>
                <a:endCxn id="65" idx="0"/>
              </p:cNvCxnSpPr>
              <p:nvPr/>
            </p:nvCxnSpPr>
            <p:spPr>
              <a:xfrm>
                <a:off x="9922840" y="21457456"/>
                <a:ext cx="1" cy="7067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120F4855-7212-C05E-A944-9F42CC9F6C67}"/>
                  </a:ext>
                </a:extLst>
              </p:cNvPr>
              <p:cNvCxnSpPr>
                <a:cxnSpLocks/>
                <a:stCxn id="65" idx="2"/>
                <a:endCxn id="50" idx="0"/>
              </p:cNvCxnSpPr>
              <p:nvPr/>
            </p:nvCxnSpPr>
            <p:spPr>
              <a:xfrm>
                <a:off x="9922841" y="23388217"/>
                <a:ext cx="0" cy="7067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09401A99-E5F0-4E92-91BB-64DCADE5743D}"/>
                  </a:ext>
                </a:extLst>
              </p:cNvPr>
              <p:cNvCxnSpPr>
                <a:cxnSpLocks/>
                <a:stCxn id="55" idx="2"/>
                <a:endCxn id="56" idx="0"/>
              </p:cNvCxnSpPr>
              <p:nvPr/>
            </p:nvCxnSpPr>
            <p:spPr>
              <a:xfrm>
                <a:off x="9922840" y="30391263"/>
                <a:ext cx="0" cy="7067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EC8CF6BB-2B93-D66D-3361-804B159E4628}"/>
                  </a:ext>
                </a:extLst>
              </p:cNvPr>
              <p:cNvCxnSpPr>
                <a:cxnSpLocks/>
                <a:stCxn id="56" idx="2"/>
                <a:endCxn id="57" idx="0"/>
              </p:cNvCxnSpPr>
              <p:nvPr/>
            </p:nvCxnSpPr>
            <p:spPr>
              <a:xfrm>
                <a:off x="9922840" y="32322023"/>
                <a:ext cx="0" cy="7067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86338F0B-51C4-FE05-CDF1-D883AB4DB3B4}"/>
                  </a:ext>
                </a:extLst>
              </p:cNvPr>
              <p:cNvCxnSpPr>
                <a:cxnSpLocks/>
                <a:stCxn id="57" idx="2"/>
                <a:endCxn id="60" idx="0"/>
              </p:cNvCxnSpPr>
              <p:nvPr/>
            </p:nvCxnSpPr>
            <p:spPr>
              <a:xfrm>
                <a:off x="9922840" y="34576783"/>
                <a:ext cx="1" cy="7067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8302BD2-EE0E-5942-B7A1-BCE50230826C}"/>
                  </a:ext>
                </a:extLst>
              </p:cNvPr>
              <p:cNvCxnSpPr>
                <a:cxnSpLocks/>
                <a:stCxn id="60" idx="2"/>
                <a:endCxn id="61" idx="0"/>
              </p:cNvCxnSpPr>
              <p:nvPr/>
            </p:nvCxnSpPr>
            <p:spPr>
              <a:xfrm>
                <a:off x="9922840" y="36831543"/>
                <a:ext cx="0" cy="7067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732C58E-E819-4261-4475-4FF4B62F8584}"/>
                  </a:ext>
                </a:extLst>
              </p:cNvPr>
              <p:cNvCxnSpPr>
                <a:cxnSpLocks/>
                <a:stCxn id="61" idx="2"/>
                <a:endCxn id="62" idx="1"/>
              </p:cNvCxnSpPr>
              <p:nvPr/>
            </p:nvCxnSpPr>
            <p:spPr>
              <a:xfrm>
                <a:off x="9922840" y="39266305"/>
                <a:ext cx="0" cy="70675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F2AE21BA-C46B-4410-2819-90419E02E5D6}"/>
                  </a:ext>
                </a:extLst>
              </p:cNvPr>
              <p:cNvCxnSpPr>
                <a:cxnSpLocks/>
                <a:stCxn id="62" idx="5"/>
                <a:endCxn id="63" idx="1"/>
              </p:cNvCxnSpPr>
              <p:nvPr/>
            </p:nvCxnSpPr>
            <p:spPr>
              <a:xfrm>
                <a:off x="11012588" y="40405064"/>
                <a:ext cx="1128886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Process 74">
                <a:extLst>
                  <a:ext uri="{FF2B5EF4-FFF2-40B4-BE49-F238E27FC236}">
                    <a16:creationId xmlns:a16="http://schemas.microsoft.com/office/drawing/2014/main" id="{9B1CE8D4-8391-0724-D89A-F0EA32CC324A}"/>
                  </a:ext>
                </a:extLst>
              </p:cNvPr>
              <p:cNvSpPr/>
              <p:nvPr/>
            </p:nvSpPr>
            <p:spPr>
              <a:xfrm>
                <a:off x="6474360" y="25145295"/>
                <a:ext cx="7095814" cy="2091203"/>
              </a:xfrm>
              <a:prstGeom prst="flowChartProcess">
                <a:avLst/>
              </a:prstGeom>
              <a:noFill/>
              <a:ln w="127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D60A3E5E-245C-B712-2310-E4BFF304D845}"/>
                  </a:ext>
                </a:extLst>
              </p:cNvPr>
              <p:cNvCxnSpPr>
                <a:cxnSpLocks/>
                <a:stCxn id="59" idx="5"/>
                <a:endCxn id="75" idx="1"/>
              </p:cNvCxnSpPr>
              <p:nvPr/>
            </p:nvCxnSpPr>
            <p:spPr>
              <a:xfrm>
                <a:off x="5560904" y="26190896"/>
                <a:ext cx="913456" cy="2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Elbow Connector 76">
                <a:extLst>
                  <a:ext uri="{FF2B5EF4-FFF2-40B4-BE49-F238E27FC236}">
                    <a16:creationId xmlns:a16="http://schemas.microsoft.com/office/drawing/2014/main" id="{46197600-417E-802E-964E-FB18A665CCAA}"/>
                  </a:ext>
                </a:extLst>
              </p:cNvPr>
              <p:cNvCxnSpPr>
                <a:cxnSpLocks/>
                <a:stCxn id="64" idx="5"/>
                <a:endCxn id="65" idx="1"/>
              </p:cNvCxnSpPr>
              <p:nvPr/>
            </p:nvCxnSpPr>
            <p:spPr>
              <a:xfrm>
                <a:off x="4199254" y="21889456"/>
                <a:ext cx="3594347" cy="886760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Elbow Connector 77">
                <a:extLst>
                  <a:ext uri="{FF2B5EF4-FFF2-40B4-BE49-F238E27FC236}">
                    <a16:creationId xmlns:a16="http://schemas.microsoft.com/office/drawing/2014/main" id="{2AB9984E-07DF-A526-03F2-DE63A218775B}"/>
                  </a:ext>
                </a:extLst>
              </p:cNvPr>
              <p:cNvCxnSpPr>
                <a:cxnSpLocks/>
                <a:stCxn id="66" idx="5"/>
                <a:endCxn id="65" idx="1"/>
              </p:cNvCxnSpPr>
              <p:nvPr/>
            </p:nvCxnSpPr>
            <p:spPr>
              <a:xfrm flipV="1">
                <a:off x="3946674" y="22776216"/>
                <a:ext cx="3846926" cy="65223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Elbow Connector 78">
                <a:extLst>
                  <a:ext uri="{FF2B5EF4-FFF2-40B4-BE49-F238E27FC236}">
                    <a16:creationId xmlns:a16="http://schemas.microsoft.com/office/drawing/2014/main" id="{E865033E-D297-DE7A-010B-DA44EC9616EB}"/>
                  </a:ext>
                </a:extLst>
              </p:cNvPr>
              <p:cNvCxnSpPr>
                <a:cxnSpLocks/>
                <a:stCxn id="50" idx="2"/>
                <a:endCxn id="51" idx="0"/>
              </p:cNvCxnSpPr>
              <p:nvPr/>
            </p:nvCxnSpPr>
            <p:spPr>
              <a:xfrm rot="5400000">
                <a:off x="8687327" y="24430224"/>
                <a:ext cx="706761" cy="1764268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Elbow Connector 79">
                <a:extLst>
                  <a:ext uri="{FF2B5EF4-FFF2-40B4-BE49-F238E27FC236}">
                    <a16:creationId xmlns:a16="http://schemas.microsoft.com/office/drawing/2014/main" id="{9BEBE5D9-C29D-C84C-8592-BD169F29CB77}"/>
                  </a:ext>
                </a:extLst>
              </p:cNvPr>
              <p:cNvCxnSpPr>
                <a:cxnSpLocks/>
                <a:stCxn id="50" idx="2"/>
                <a:endCxn id="52" idx="0"/>
              </p:cNvCxnSpPr>
              <p:nvPr/>
            </p:nvCxnSpPr>
            <p:spPr>
              <a:xfrm rot="16200000" flipH="1">
                <a:off x="10470939" y="24410879"/>
                <a:ext cx="706761" cy="1802957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Elbow Connector 80">
                <a:extLst>
                  <a:ext uri="{FF2B5EF4-FFF2-40B4-BE49-F238E27FC236}">
                    <a16:creationId xmlns:a16="http://schemas.microsoft.com/office/drawing/2014/main" id="{140B4503-F114-AA62-90A4-9F42D78B55B2}"/>
                  </a:ext>
                </a:extLst>
              </p:cNvPr>
              <p:cNvCxnSpPr>
                <a:cxnSpLocks/>
                <a:stCxn id="53" idx="2"/>
                <a:endCxn id="55" idx="0"/>
              </p:cNvCxnSpPr>
              <p:nvPr/>
            </p:nvCxnSpPr>
            <p:spPr>
              <a:xfrm rot="16200000" flipH="1">
                <a:off x="8687327" y="28291747"/>
                <a:ext cx="706761" cy="1764266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Elbow Connector 81">
                <a:extLst>
                  <a:ext uri="{FF2B5EF4-FFF2-40B4-BE49-F238E27FC236}">
                    <a16:creationId xmlns:a16="http://schemas.microsoft.com/office/drawing/2014/main" id="{AD4D6077-18FC-D70B-515F-4E54AA587211}"/>
                  </a:ext>
                </a:extLst>
              </p:cNvPr>
              <p:cNvCxnSpPr>
                <a:cxnSpLocks/>
                <a:stCxn id="54" idx="2"/>
                <a:endCxn id="55" idx="0"/>
              </p:cNvCxnSpPr>
              <p:nvPr/>
            </p:nvCxnSpPr>
            <p:spPr>
              <a:xfrm rot="5400000">
                <a:off x="10470940" y="28272402"/>
                <a:ext cx="706763" cy="1802959"/>
              </a:xfrm>
              <a:prstGeom prst="bentConnector3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Elbow Connector 82">
                <a:extLst>
                  <a:ext uri="{FF2B5EF4-FFF2-40B4-BE49-F238E27FC236}">
                    <a16:creationId xmlns:a16="http://schemas.microsoft.com/office/drawing/2014/main" id="{5E36732F-9516-DC73-D4B0-B24266E7B0FE}"/>
                  </a:ext>
                </a:extLst>
              </p:cNvPr>
              <p:cNvCxnSpPr>
                <a:cxnSpLocks/>
                <a:stCxn id="58" idx="4"/>
                <a:endCxn id="55" idx="1"/>
              </p:cNvCxnSpPr>
              <p:nvPr/>
            </p:nvCxnSpPr>
            <p:spPr>
              <a:xfrm rot="16200000" flipH="1">
                <a:off x="5682908" y="27219099"/>
                <a:ext cx="766691" cy="4713632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Elbow Connector 83">
                <a:extLst>
                  <a:ext uri="{FF2B5EF4-FFF2-40B4-BE49-F238E27FC236}">
                    <a16:creationId xmlns:a16="http://schemas.microsoft.com/office/drawing/2014/main" id="{3426C6FF-FFA3-80E7-618F-2940B5186680}"/>
                  </a:ext>
                </a:extLst>
              </p:cNvPr>
              <p:cNvCxnSpPr>
                <a:cxnSpLocks/>
                <a:stCxn id="57" idx="3"/>
                <a:endCxn id="55" idx="3"/>
              </p:cNvCxnSpPr>
              <p:nvPr/>
            </p:nvCxnSpPr>
            <p:spPr>
              <a:xfrm flipH="1" flipV="1">
                <a:off x="11422611" y="29959261"/>
                <a:ext cx="387872" cy="3843522"/>
              </a:xfrm>
              <a:prstGeom prst="bentConnector3">
                <a:avLst>
                  <a:gd name="adj1" fmla="val -21841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A4B84BA-37FC-591F-C34A-49260F09D9D0}"/>
                  </a:ext>
                </a:extLst>
              </p:cNvPr>
              <p:cNvCxnSpPr>
                <a:cxnSpLocks/>
                <a:stCxn id="51" idx="2"/>
                <a:endCxn id="53" idx="0"/>
              </p:cNvCxnSpPr>
              <p:nvPr/>
            </p:nvCxnSpPr>
            <p:spPr>
              <a:xfrm>
                <a:off x="8158573" y="26889739"/>
                <a:ext cx="1" cy="7067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DEC4D6E-056C-4176-56A2-29270603F694}"/>
                  </a:ext>
                </a:extLst>
              </p:cNvPr>
              <p:cNvCxnSpPr>
                <a:cxnSpLocks/>
                <a:stCxn id="52" idx="2"/>
                <a:endCxn id="54" idx="0"/>
              </p:cNvCxnSpPr>
              <p:nvPr/>
            </p:nvCxnSpPr>
            <p:spPr>
              <a:xfrm>
                <a:off x="11725799" y="26889739"/>
                <a:ext cx="0" cy="7067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BE04542C-0D6A-8E5A-AC6A-2C3178CC3E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56698" y="23730481"/>
                <a:ext cx="3887845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00F18B82-9F0A-7FA3-989B-8129D9A8D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44543" y="23730481"/>
                <a:ext cx="0" cy="123270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0E5F4BB5-EB59-D10F-2F71-51E2B1B788F3}"/>
                  </a:ext>
                </a:extLst>
              </p:cNvPr>
              <p:cNvCxnSpPr>
                <a:cxnSpLocks/>
                <a:stCxn id="60" idx="3"/>
              </p:cNvCxnSpPr>
              <p:nvPr/>
            </p:nvCxnSpPr>
            <p:spPr>
              <a:xfrm>
                <a:off x="12439159" y="36057544"/>
                <a:ext cx="140538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484ED33-68A3-3161-A2AB-1B04700E349E}"/>
                  </a:ext>
                </a:extLst>
              </p:cNvPr>
              <p:cNvSpPr txBox="1"/>
              <p:nvPr/>
            </p:nvSpPr>
            <p:spPr>
              <a:xfrm>
                <a:off x="11905758" y="33341118"/>
                <a:ext cx="781548" cy="55269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No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F78F171-BE34-0233-92DA-6C7249873A5F}"/>
                  </a:ext>
                </a:extLst>
              </p:cNvPr>
              <p:cNvSpPr txBox="1"/>
              <p:nvPr/>
            </p:nvSpPr>
            <p:spPr>
              <a:xfrm>
                <a:off x="10003522" y="34700543"/>
                <a:ext cx="907490" cy="55269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Yes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220D086-5EC5-D4AB-E5BE-A1F4AA86BA45}"/>
                  </a:ext>
                </a:extLst>
              </p:cNvPr>
              <p:cNvSpPr txBox="1"/>
              <p:nvPr/>
            </p:nvSpPr>
            <p:spPr>
              <a:xfrm>
                <a:off x="12580269" y="35595880"/>
                <a:ext cx="781548" cy="55269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No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6D1E53D-1037-6D8B-9086-0E27078F75E2}"/>
                  </a:ext>
                </a:extLst>
              </p:cNvPr>
              <p:cNvSpPr txBox="1"/>
              <p:nvPr/>
            </p:nvSpPr>
            <p:spPr>
              <a:xfrm>
                <a:off x="10003520" y="36952879"/>
                <a:ext cx="907490" cy="55269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Yes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8075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130</TotalTime>
  <Words>119</Words>
  <Application>Microsoft Macintosh PowerPoint</Application>
  <PresentationFormat>A4 Paper (210x297 mm)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2025-11-16T11:37:36Z</dcterms:created>
  <dcterms:modified xsi:type="dcterms:W3CDTF">2025-11-16T13:47:50Z</dcterms:modified>
</cp:coreProperties>
</file>